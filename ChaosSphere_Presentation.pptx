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115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4572000" cy="22860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 PLATFORM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Resilience Through Controlled Failure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42900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Ankush Makhijani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Failures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274320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microservices fail silently under load, teams discover issues only in production, causing costly outages.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43000"/>
            <a:ext cx="265176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37160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Tolerance Testing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64992" y="274320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QA pipelines test happy paths. Edge-case resilience gaps remain undetected until they impact real users.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143000"/>
            <a:ext cx="265176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3716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 Processes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199632" y="274320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is reactive and undocumented. Mean Time to Recovery (MTTR) is high and inconsistent across teams.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011680"/>
          </a:xfrm>
          <a:prstGeom prst="rect">
            <a:avLst/>
          </a:prstGeom>
          <a:solidFill>
            <a:schemeClr val="bg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548640" cy="54864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6" name="Text 3"/>
          <p:cNvSpPr/>
          <p:nvPr/>
        </p:nvSpPr>
        <p:spPr>
          <a:xfrm>
            <a:off x="36576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Platform Engineers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4048" y="248716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chaos experiments on staging &amp; prod to validate SLOs and auto-remediation.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743200" cy="2011680"/>
          </a:xfrm>
          <a:prstGeom prst="rect">
            <a:avLst/>
          </a:prstGeom>
          <a:solidFill>
            <a:schemeClr val="bg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234440"/>
            <a:ext cx="548640" cy="54864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10" name="Text 6"/>
          <p:cNvSpPr/>
          <p:nvPr/>
        </p:nvSpPr>
        <p:spPr>
          <a:xfrm>
            <a:off x="32918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10128" y="248716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fault injection into CI/CD pipelines to catch regressions before release.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743200" cy="2011680"/>
          </a:xfrm>
          <a:prstGeom prst="rect">
            <a:avLst/>
          </a:prstGeom>
          <a:solidFill>
            <a:schemeClr val="bg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234440"/>
            <a:ext cx="548640" cy="54864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621792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Architects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36208" y="2487168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network partitions and auth failures to verify zero-trust posture</a:t>
            </a: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3703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Day simulations — coordinated failure events for full-team resilience drills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 validation — inject faults into canary instances before full rollout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testing — automate failover tests against defined RTO/RPO targets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Core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2024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16128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6583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19202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02996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Builder  ·  Scheduler  ·  Result Collector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6583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19202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803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89864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Chaos  ·  CPU/Memory Stress  ·  Pod Killer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6583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57600"/>
            <a:ext cx="19202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49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76732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  ·  Alerting  ·  Audit Logs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89120" y="1709928"/>
            <a:ext cx="36576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578608"/>
            <a:ext cx="36576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3447288"/>
            <a:ext cx="36576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Arrows denote data/control flow between layers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Packages &amp; 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 Orchestration: Kubernetes (EKS/GKE)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CI/CD: GitHub Actions / Jenkins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(Observability)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r>
              <a:rPr lang="en-US" sz="1300" dirty="0" err="1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 err="1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(Store Results)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051560"/>
            <a:ext cx="4251960" cy="3886200"/>
          </a:xfrm>
          <a:prstGeom prst="rect">
            <a:avLst/>
          </a:prstGeom>
          <a:solidFill>
            <a:srgbClr val="1B2E45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D65B3B9-280E-EF2B-E25C-85A112E401A9}"/>
              </a:ext>
            </a:extLst>
          </p:cNvPr>
          <p:cNvSpPr/>
          <p:nvPr/>
        </p:nvSpPr>
        <p:spPr>
          <a:xfrm>
            <a:off x="4617720" y="1783080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Real Time Failure simulation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Test infrastructure limits by stress / load testing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Accept Failure as part of a system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Detailed Reports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Easy Integration with DevOps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Unified logging and </a:t>
            </a:r>
            <a:r>
              <a:rPr lang="en-US" sz="1300" dirty="0" err="1">
                <a:solidFill>
                  <a:schemeClr val="bg1"/>
                </a:solidFill>
              </a:rPr>
              <a:t>Observibility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|  Slide 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&amp; Launching a Chaos Experiment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18872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34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Hypothesis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30% of payment-service pods are killed,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latency stays &lt; 500ms for 95% of requests."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118872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34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Faults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6060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fault type: Pod Failure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payment-service (staging)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5 min  ·  Blast radius: 30%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10972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188720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2344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Steady State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26060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rate ≥ 99%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≤ 500ms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&lt; 0.1%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Experiment saved as YAML manifest and committed to Git for reproducibility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|  Slide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Experiment Run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|  Slide 3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Benefits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4630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07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MTTR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runbooks triggered by chaos findings cut Mean Time to Recovery.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97280"/>
            <a:ext cx="14630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207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Availability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097280"/>
            <a:ext cx="14630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207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SLOs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experiment runs provide evidence-based SLO compliance for stakeholder reviews.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2926080"/>
            <a:ext cx="14630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63240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0358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35844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in CI catches regressions pre-prod, enabling higher deployment frequency.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15468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2926080"/>
            <a:ext cx="14630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063240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30358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Confidence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383280" y="35844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Day simulations build muscle memory engineers respond  faster in real incidents.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03504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35040" y="2926080"/>
            <a:ext cx="146304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63240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30358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Avoidance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263640" y="35844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prevented outage saves in revenue loss and SLA penalties.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Enterprise Systems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92240" y="1005840"/>
            <a:ext cx="237744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Splunk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log forwarding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188720"/>
            <a:ext cx="237744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5760" y="151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triggers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API-first design enables plug-and-play integration via webhooks, REST, or native SDKs →</a:t>
            </a:r>
            <a:endParaRPr lang="en-US" sz="11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4A1BEE43-A01B-AB42-DABD-1DAC50A7201F}"/>
              </a:ext>
            </a:extLst>
          </p:cNvPr>
          <p:cNvSpPr/>
          <p:nvPr/>
        </p:nvSpPr>
        <p:spPr>
          <a:xfrm>
            <a:off x="274320" y="2726788"/>
            <a:ext cx="237744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E63AE5ED-C4E8-8527-C168-2638DD72253B}"/>
              </a:ext>
            </a:extLst>
          </p:cNvPr>
          <p:cNvSpPr/>
          <p:nvPr/>
        </p:nvSpPr>
        <p:spPr>
          <a:xfrm>
            <a:off x="6492240" y="2718190"/>
            <a:ext cx="2377440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5760" y="27138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5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F4D6CB67-0144-5936-FB84-540B41BFD8AD}"/>
              </a:ext>
            </a:extLst>
          </p:cNvPr>
          <p:cNvSpPr/>
          <p:nvPr/>
        </p:nvSpPr>
        <p:spPr>
          <a:xfrm>
            <a:off x="365760" y="310681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triggers</a:t>
            </a:r>
            <a:endParaRPr lang="en-US" sz="11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12F55C53-E894-6D57-240B-53CAA3E9900D}"/>
              </a:ext>
            </a:extLst>
          </p:cNvPr>
          <p:cNvSpPr/>
          <p:nvPr/>
        </p:nvSpPr>
        <p:spPr>
          <a:xfrm>
            <a:off x="365760" y="1206891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35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EA240839-2718-253F-9F9B-AD5DE3FDAF64}"/>
              </a:ext>
            </a:extLst>
          </p:cNvPr>
          <p:cNvSpPr/>
          <p:nvPr/>
        </p:nvSpPr>
        <p:spPr>
          <a:xfrm>
            <a:off x="658368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Graffana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Takeaways &amp; 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600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controls rely on accurate service tagging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observability stack pre-deployed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for non-SRE teams defining hypotheses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prior permissions for many clod vendors to perform Stress testing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resilience testing prevents costly outages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experiments democratize chaos engineering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chaos = faster, confident releases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12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brings discipline and automation to chaos engineering enabling enterprise teams to continuously validate resilience, reduce MTTR, and ship with confidence.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12080" y="3474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hypothesis suggestion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Game Day orchestration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across Geo-location</a:t>
            </a:r>
          </a:p>
        </p:txBody>
      </p:sp>
      <p:sp>
        <p:nvSpPr>
          <p:cNvPr id="13" name="Text 10"/>
          <p:cNvSpPr/>
          <p:nvPr/>
        </p:nvSpPr>
        <p:spPr>
          <a:xfrm>
            <a:off x="36576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622</Words>
  <Application>Microsoft Office PowerPoint</Application>
  <PresentationFormat>On-screen Show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ChaosSphere – Chaos Engineering Platform</dc:title>
  <dc:subject>PptxGenJS Presentation</dc:subject>
  <dc:creator>PptxGenJS</dc:creator>
  <cp:lastModifiedBy>Ankush Makhijani</cp:lastModifiedBy>
  <cp:revision>12</cp:revision>
  <dcterms:created xsi:type="dcterms:W3CDTF">2026-04-21T23:11:31Z</dcterms:created>
  <dcterms:modified xsi:type="dcterms:W3CDTF">2026-04-22T02:16:16Z</dcterms:modified>
</cp:coreProperties>
</file>